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9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0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wer Gamer">
  <a:themeElements>
    <a:clrScheme name="Power Gamer">
      <a:dk1>
        <a:srgbClr val="183048"/>
      </a:dk1>
      <a:lt1>
        <a:srgbClr val="F7F3EA"/>
      </a:lt1>
      <a:dk2>
        <a:srgbClr val="234869"/>
      </a:dk2>
      <a:lt2>
        <a:srgbClr val="FFFFFF"/>
      </a:lt2>
      <a:accent1>
        <a:srgbClr val="008688"/>
      </a:accent1>
      <a:accent2>
        <a:srgbClr val="CC8200"/>
      </a:accent2>
      <a:accent3>
        <a:srgbClr val="2D8459"/>
      </a:accent3>
      <a:accent4>
        <a:srgbClr val="BF4442"/>
      </a:accent4>
      <a:accent5>
        <a:srgbClr val="3867A0"/>
      </a:accent5>
      <a:accent6>
        <a:srgbClr val="52606A"/>
      </a:accent6>
      <a:hlink>
        <a:srgbClr val="3867A0"/>
      </a:hlink>
      <a:folHlink>
        <a:srgbClr val="7030A0"/>
      </a:folHlink>
    </a:clrScheme>
    <a:fontScheme name="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14</Slides>
  <Notes>0</Notes>
  <HiddenSlides>0</HiddenSlides>
  <MMClips>0</MMClips>
  <ScaleCrop>false</ScaleCrop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Power-Gamer Agent Progress</dc:title>
  <dc:creator>Codex</dc:creator>
  <cp:lastModifiedBy>Codex</cp:lastModifiedBy>
  <dcterms:created xsi:type="dcterms:W3CDTF">2026-05-18T00:00:00Z</dcterms:created>
  <dcterms:modified xsi:type="dcterms:W3CDTF">2026-05-18T00:00:00Z</dcterms:modified>
</cp:coreProperties>
</file>